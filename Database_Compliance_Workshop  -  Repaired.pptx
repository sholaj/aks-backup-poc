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6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03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716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Compliance Scanning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0030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Production: What's Working, What's Blocking 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+ Group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Shola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scan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441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blockers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11:45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Shared understanding of where we are and what's needed to move forward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Capability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Inventory-driven scanning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defined in YAML, not hardcoded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MSSQL, Oracle, Sybase from one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host pattern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run through existing jump servers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results compatible with compliance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follows...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Ansible execution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inventory file (database definitions)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scan from AAP2 / command 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execution on delegate host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JSON output format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compliance summary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7772400" cy="21945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Technical Capability Exists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not building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operationalizing it across affiliates.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what's blocking us...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Blocking Enterprise Rollout?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Pain Points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5087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scan databases we don't know about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2860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4231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affiliates, different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32004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33375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has different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0" y="41148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42519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methods vary everywhere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1: Discovery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Scan Databases We Don't Know About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07381"/>
              </p:ext>
            </p:extLst>
          </p:nvPr>
        </p:nvGraphicFramePr>
        <p:xfrm>
          <a:off x="457200" y="1371600"/>
          <a:ext cx="5029200" cy="15240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Server, port,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 spreadsheets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"We'll get back to you"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"Check with infrastructure"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are just very busy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autonomy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staleness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2: Password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Affiliates Use Different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524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lookup (CCP)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rotation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AAP2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injection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integration for all affiliates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schedules vary (weekly to quarterly)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unclear (who provisions? who rotates?)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3: Network Connectivity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Has Different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9000" y="1280160"/>
            <a:ext cx="2286000" cy="6400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290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AAP2 Controller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0" cy="3657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50292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574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430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BU-1 Jump Box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(Linux)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BU-2 Jump Box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BU-3 Jump 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(???)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3000" y="3657600"/>
            <a:ext cx="1828800" cy="6400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(reachable)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3657600"/>
            <a:ext cx="1828800" cy="64008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657600"/>
            <a:ext cx="1828800" cy="640080"/>
          </a:xfrm>
          <a:prstGeom prst="lin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 Different delegate hosts • SSH vs WinRM • Firewall rules vary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4: RBAC &amp; Connection Posture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44880"/>
            <a:ext cx="8229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Methods Vary by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219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Auth, Windows Auth, WinRM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trust for Windows 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Connect, TNS, TCPS,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 needs tnsnames.ora; TCPS needs certs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isql, SSH tunnel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authentication 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8229600" cy="164592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Connection Variability: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BU-1: sqlcmd -S server,1433 -U scanuser -P $PASSWORD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BU-2: WinRM to Windows host, then trusted connection (Kerberos)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BU-3: sqlplus user/pass@//server:1521/service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BU-4: TNS alias via tnsnames.ora (requires TNS_ADMIN)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Technical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743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works. We've proven it in POC.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8872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blockers are: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27432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accurate information from affiliates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access and credentials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different tools and policies per BU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931920"/>
            <a:ext cx="7315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COORDINATION problem, not a coding problem.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0972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554480" cy="10972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proven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371600"/>
            <a:ext cx="1554480" cy="10972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creds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1554480" cy="1097280"/>
          </a:xfrm>
          <a:prstGeom prst="lin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1554480" cy="1097280"/>
          </a:xfrm>
          <a:prstGeom prst="lin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066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77640" y="260604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632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Problematic)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Requirements gathered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Pattern proven (Windows &amp; Linux)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Current — Blocked on access &amp;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Pending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Future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Onboarding Is the Bottleneck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 vs What We Have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79201"/>
              </p:ext>
            </p:extLst>
          </p:nvPr>
        </p:nvGraphicFramePr>
        <p:xfrm>
          <a:off x="457200" y="1371600"/>
          <a:ext cx="8229600" cy="1524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access to delegate hosts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ownership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retrieval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affiliate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policy exceptions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8229600" cy="6400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move to MVP until onboarding completes for at least one affiliate.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Discovery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Database Information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source of database inventory for your affiliate?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SNOW? Server Guru? Local CMDB? Manual list?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stay current when databases are added/removed?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we contact for database information?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Credentials &amp; Network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Connectivity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Management: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Understanding the credential tools?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service accounts for scanning?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passwords rotate?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scanning host / jump server?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Firewall/access requests needed?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or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WinRM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Connection Posture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Authentication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Auth vs Windows Auth — what does your environment use?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Connect vs TNS — which does Oracle require?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encryption requirements (TCPS, etc.)?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permissions does the scan service account need?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Each Affiliate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Forward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02692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Provides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inventory (server, port, version, 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Delegate host (Linux/Windows we can scan from)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with scan permissions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+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tool access (how we get passwords)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details (auth method, ports, TNS/Easy Connect)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 (who to call when scans fail)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Security/Compliance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5938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Exceptions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169089"/>
              </p:ext>
            </p:extLst>
          </p:nvPr>
        </p:nvGraphicFramePr>
        <p:xfrm>
          <a:off x="457200" y="1962150"/>
          <a:ext cx="8229600" cy="1219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Need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scan permissions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DB privileges does the scan account need?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profile mapping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NIST controls apply to which database tiers?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when databases can't be scanned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047778"/>
              </p:ext>
            </p:extLst>
          </p:nvPr>
        </p:nvGraphicFramePr>
        <p:xfrm>
          <a:off x="457200" y="1280160"/>
          <a:ext cx="8229600" cy="1447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discovery questionnaire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facilitator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delegate hosts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service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Backlog tickets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credential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Criteria: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affiliate fully onboarded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scan against real (non-prod)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retrieval working (not manual)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flowing to compliance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you see in the demo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the challenges?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1058</Words>
  <Application>Microsoft Macintosh PowerPoint</Application>
  <PresentationFormat>On-screen Show (16:9)</PresentationFormat>
  <Paragraphs>293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Compliance Scanning Workshop</dc:title>
  <dc:subject>PptxGenJS Presentation</dc:subject>
  <dc:creator>Shola</dc:creator>
  <cp:lastModifiedBy>Shola Jibodu</cp:lastModifiedBy>
  <cp:revision>2</cp:revision>
  <dcterms:created xsi:type="dcterms:W3CDTF">2026-02-03T16:32:06Z</dcterms:created>
  <dcterms:modified xsi:type="dcterms:W3CDTF">2026-02-03T17:20:17Z</dcterms:modified>
</cp:coreProperties>
</file>